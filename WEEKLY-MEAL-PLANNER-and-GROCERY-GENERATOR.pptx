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Exo"/>
      <p:regular r:id="rId201314"/>
    </p:embeddedFont>
    <p:embeddedFont>
      <p:font typeface="Exo SemiBold"/>
      <p:regular r:id="rId201315"/>
    </p:embeddedFont>
    <p:embeddedFont>
      <p:font typeface="Exo Bold"/>
      <p:regular r:id="rId201316"/>
    </p:embeddedFont>
    <p:embeddedFont>
      <p:font typeface="Fira Mono Bold"/>
      <p:regular r:id="rId201317"/>
    </p:embeddedFont>
    <p:embeddedFont>
      <p:font typeface="Fira Mono"/>
      <p:regular r:id="rId201318"/>
    </p:embeddedFont>
    <p:embeddedFont>
      <p:font typeface="MuseoModern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3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4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806" y="1027430"/>
            <a:ext cx="10572486" cy="143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6000" b="1" spc="-240" kern="100" dirty="0">
                <a:solidFill>
                  <a:srgbClr val="FFFFFF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WEEKLY MEAL PLANNER</a:t>
            </a:r>
            <a:endParaRPr lang="en-US" sz="60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6000" b="1" spc="-240" kern="100" dirty="0">
                <a:solidFill>
                  <a:srgbClr val="FFFFFF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&amp; GROCERY GENERATOR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58806" y="2551454"/>
            <a:ext cx="10572486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Java Console-Based Project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58806" y="5181600"/>
            <a:ext cx="355799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2620040014 - Yagnesh Krishna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19996" y="5181600"/>
            <a:ext cx="335480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2620030073 - Tarun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77990" y="5181600"/>
            <a:ext cx="335489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Faculty: Dr. Madhavi Karumudi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10451" y="5181600"/>
            <a:ext cx="12700" cy="27047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8" name="Shape 6"/>
          <p:cNvSpPr/>
          <p:nvPr/>
        </p:nvSpPr>
        <p:spPr>
          <a:xfrm>
            <a:off x="7868445" y="5181600"/>
            <a:ext cx="12700" cy="270470"/>
          </a:xfrm>
          <a:prstGeom prst="rect">
            <a:avLst/>
          </a:prstGeom>
          <a:solidFill>
            <a:srgbClr val="3F3F3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621"/>
            <a:ext cx="6375241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ABSTRACT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1450380"/>
            <a:ext cx="159371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680567"/>
            <a:ext cx="6375241" cy="1973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The Weekly Meal Planner and Grocery Generator is a Java console application designed to simplify weekly meal planning and grocery preparation. Users can plan meals for different days of the week, and the application generates a grocery list based on the selected meals and ingredients. The project reduces the effort of deciding meals and preparing shopping lists manually while demonstrating important Java programming concepts.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4426010"/>
            <a:ext cx="6375241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The problem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09585" y="5064919"/>
            <a:ext cx="6375241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Daily meal planning takes time.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Grocery lists are often prepared manually.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Ingredients can be forgotten.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 simple automated solution can make planning easier.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18212" y="0"/>
            <a:ext cx="4673483" cy="6858000"/>
          </a:xfrm>
          <a:prstGeom prst="rect">
            <a:avLst/>
          </a:prstGeom>
          <a:solidFill>
            <a:srgbClr val="0E1F4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8212" y="0"/>
            <a:ext cx="4673483" cy="6858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0594" y="6458545"/>
            <a:ext cx="7909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621"/>
            <a:ext cx="10972526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Simple planning, from meals to ingredients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2048272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616756"/>
            <a:ext cx="335271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OBJECTIVES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09585" y="3255665"/>
            <a:ext cx="3352716" cy="150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Plan meals for the entire week.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Reduce meal-planning effort.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Generate required grocery items.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Provide a simple console-based solution.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1886" y="2616756"/>
            <a:ext cx="3047924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KEY FEATURES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4571886" y="3255665"/>
            <a:ext cx="3047924" cy="1826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Weekly meal schedule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Breakfast/Lunch/Dinner planning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Ingredient mapping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Grocery-list generation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Simple console interaction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394" y="2616756"/>
            <a:ext cx="335271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TECHNOLOGY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8229394" y="3255665"/>
            <a:ext cx="3352716" cy="2198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Java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Scanner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Arrays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Methods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Loops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Conditional statements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Switch case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60743" y="2303859"/>
            <a:ext cx="12700" cy="3944541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11" name="Shape 9"/>
          <p:cNvSpPr/>
          <p:nvPr/>
        </p:nvSpPr>
        <p:spPr>
          <a:xfrm>
            <a:off x="7918252" y="2303859"/>
            <a:ext cx="12700" cy="3944541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12" name="Text 10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621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From user choice to grocery list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1450380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705967"/>
            <a:ext cx="6799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1977176"/>
            <a:ext cx="2514537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START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81310" y="1705967"/>
            <a:ext cx="72179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81310" y="1977176"/>
            <a:ext cx="2285943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USER INPUT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324442" y="1705967"/>
            <a:ext cx="7203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24442" y="1977176"/>
            <a:ext cx="2285943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SELECT MEALS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067573" y="1705967"/>
            <a:ext cx="72586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67573" y="1977176"/>
            <a:ext cx="2514537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CREATE WEEKLY PLAN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09585" y="3070027"/>
            <a:ext cx="72695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585" y="3341235"/>
            <a:ext cx="2514537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PROCESS MEALS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581310" y="3070027"/>
            <a:ext cx="72636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81310" y="3341235"/>
            <a:ext cx="2285943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IDENTIFY INGREDIENTS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24442" y="3070027"/>
            <a:ext cx="71435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7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24442" y="3341235"/>
            <a:ext cx="2285943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GENERATE GROCERY LIST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067573" y="3070027"/>
            <a:ext cx="7302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9BE1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8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67573" y="3341235"/>
            <a:ext cx="2514537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DISPLAY RESULT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09585" y="4154686"/>
            <a:ext cx="10972526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The application collects a meal choice for each day, stores the weekly plan, maps meals to ingredients, and prints the final grocery list.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346366" y="1705967"/>
            <a:ext cx="12700" cy="1135459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9498" y="1705967"/>
            <a:ext cx="12700" cy="1135459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3" name="Shape 21"/>
          <p:cNvSpPr/>
          <p:nvPr/>
        </p:nvSpPr>
        <p:spPr>
          <a:xfrm>
            <a:off x="8832629" y="1705967"/>
            <a:ext cx="12700" cy="1135459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585" y="2835077"/>
            <a:ext cx="2743131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5" name="Shape 23"/>
          <p:cNvSpPr/>
          <p:nvPr/>
        </p:nvSpPr>
        <p:spPr>
          <a:xfrm>
            <a:off x="3346366" y="2841427"/>
            <a:ext cx="12700" cy="1135459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6" name="Shape 24"/>
          <p:cNvSpPr/>
          <p:nvPr/>
        </p:nvSpPr>
        <p:spPr>
          <a:xfrm>
            <a:off x="3352716" y="2835077"/>
            <a:ext cx="2743131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89498" y="2841427"/>
            <a:ext cx="12700" cy="1135459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5848" y="2835077"/>
            <a:ext cx="2743131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9" name="Shape 27"/>
          <p:cNvSpPr/>
          <p:nvPr/>
        </p:nvSpPr>
        <p:spPr>
          <a:xfrm>
            <a:off x="8832629" y="2841427"/>
            <a:ext cx="12700" cy="1135459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30" name="Shape 28"/>
          <p:cNvSpPr/>
          <p:nvPr/>
        </p:nvSpPr>
        <p:spPr>
          <a:xfrm>
            <a:off x="8838979" y="2835077"/>
            <a:ext cx="2743131" cy="127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31" name="Text 29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621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The core loop builds a seven-day plan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1450380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03834"/>
            <a:ext cx="38099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599134"/>
            <a:ext cx="5333867" cy="259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import java.util.*;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public class WeeklyMealPlanner {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static Scanner sc = new Scanner(System.in);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static String[] days = {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    "Monday", "Tuesday", "Wednesday",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    "Thursday", "Friday", "Saturday", "Sunday"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};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static String[] meals = {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    "Idli", "Rice", "Chapati", "Dosa",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    "Biryani", "Pulao", "Upma"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};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public static void main(String[] args) {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48244" y="2103834"/>
            <a:ext cx="5333867" cy="3568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    String[] plan = new String[7];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    System.out.println("=== WEEKLY MEAL PLANNER ===");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    for (int i = 0; i &lt; days.length; i++) {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        System.out.println("\n" + days[i]);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        System.out.println("Choose a meal:");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        for (int j = 0; j &lt; meals.length; j++)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            System.out.println((j + 1) + ". " + meals[j]);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        int choice = sc.nextInt();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        if (choice &gt;= 1 &amp;&amp; choice &lt;= meals.length)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            plan[i] = meals[choice - 1];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        else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            plan[i] = "Not selected";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    }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    displayPlan(plan);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    generateGroceryList(plan);</a:t>
            </a:r>
            <a:endParaRPr lang="en-US" sz="9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5D5D5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    }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8745"/>
            <a:ext cx="10972526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2100" spc="-25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Methods turn the plan into a shopping list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609585" y="1016794"/>
            <a:ext cx="2743131" cy="1905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1128415"/>
            <a:ext cx="10972526" cy="7811294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1376160"/>
            <a:ext cx="10515337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2100" spc="-25" kern="100" dirty="0">
                <a:solidFill>
                  <a:srgbClr val="D5D5D5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JAVA CODE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38179" y="1770955"/>
            <a:ext cx="10515337" cy="6811566"/>
          </a:xfrm>
          <a:prstGeom prst="roundRect">
            <a:avLst>
              <a:gd name="adj" fmla="val 168"/>
            </a:avLst>
          </a:prstGeom>
          <a:solidFill>
            <a:srgbClr val="0E1F40"/>
          </a:solidFill>
          <a:ln/>
        </p:spPr>
      </p:sp>
      <p:sp>
        <p:nvSpPr>
          <p:cNvPr id="7" name="Text 5"/>
          <p:cNvSpPr/>
          <p:nvPr/>
        </p:nvSpPr>
        <p:spPr>
          <a:xfrm>
            <a:off x="975296" y="1885255"/>
            <a:ext cx="10241103" cy="658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displayPlan(String[] plan)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System.out.println("\n=== WEEKLY PLAN ===");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days.length; i++)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System.out.println(days[i] + " : " + plan[i]);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generateGroceryList(String[] plan)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System.out.println("\n=== GROCERY LIST ===");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(String meal : plan)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switch (meal)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"Idli":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System.out.println("- Idli batter / rice");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break;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"Rice":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System.out.println("- Rice");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break;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"Chapati":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System.out.println("- Wheat flour");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break;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"Dosa":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System.out.println("- Dosa batter");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break;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"Biryani":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System.out.println("- Rice, vegetables, spices");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break;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"Pulao":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System.out.println("- Rice, vegetables");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break;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"Upma":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System.out.println("- Semolina, vegetables");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break;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892161" y="6496447"/>
            <a:ext cx="299534" cy="1135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50" spc="50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5007"/>
            <a:ext cx="10972526" cy="374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2750" spc="-3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Sample output from the planner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09585" y="1144191"/>
            <a:ext cx="2743131" cy="1905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1310977"/>
            <a:ext cx="10972526" cy="5549602"/>
          </a:xfrm>
          <a:prstGeom prst="rect">
            <a:avLst/>
          </a:prstGeom>
          <a:solidFill>
            <a:srgbClr val="241B55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1564984"/>
            <a:ext cx="10515337" cy="374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2750" spc="-33" kern="100" dirty="0">
                <a:solidFill>
                  <a:srgbClr val="FFFF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SAMPLE OUTPUT</a:t>
            </a:r>
            <a:endParaRPr lang="en-US" sz="2750" dirty="0"/>
          </a:p>
        </p:txBody>
      </p:sp>
      <p:sp>
        <p:nvSpPr>
          <p:cNvPr id="6" name="Shape 4"/>
          <p:cNvSpPr/>
          <p:nvPr/>
        </p:nvSpPr>
        <p:spPr>
          <a:xfrm>
            <a:off x="838179" y="2082998"/>
            <a:ext cx="10515337" cy="4380210"/>
          </a:xfrm>
          <a:prstGeom prst="roundRect">
            <a:avLst>
              <a:gd name="adj" fmla="val 261"/>
            </a:avLst>
          </a:prstGeom>
          <a:solidFill>
            <a:srgbClr val="0E1F40"/>
          </a:solidFill>
          <a:ln/>
        </p:spPr>
      </p:sp>
      <p:sp>
        <p:nvSpPr>
          <p:cNvPr id="7" name="Text 5"/>
          <p:cNvSpPr/>
          <p:nvPr/>
        </p:nvSpPr>
        <p:spPr>
          <a:xfrm>
            <a:off x="1018157" y="2233017"/>
            <a:ext cx="10155380" cy="4080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WEEKLY PLAN ===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Monday : Idli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Tuesday : Rice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Wednesday : Chapati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Thursday : Dosa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Friday : Biryani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Saturday : Pulao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Sunday : Upma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GROCERY LIST ===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Idli batter / rice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Rice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Wheat flour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Dosa batter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Rice, vegetables, spices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Rice, vegetables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Semolina, vegetables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58229" y="6478588"/>
            <a:ext cx="333466" cy="14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spc="66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621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A practical foundation with room to grow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1450380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993464"/>
            <a:ext cx="335271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ADVANTAGES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09585" y="2632373"/>
            <a:ext cx="3352716" cy="1826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Saves time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Simple to use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Reduces manual grocery planning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Easy to customize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Demonstrates practical Java programming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1886" y="1993464"/>
            <a:ext cx="3047924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FUTURE SCOPE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4571886" y="3107928"/>
            <a:ext cx="3047924" cy="2468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GUI version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Mobile application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Nutrition/calorie tracking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Grocery quantity calculation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Cost estimation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Database integration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Personalized meal recommendations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394" y="1993464"/>
            <a:ext cx="335271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CONCLUSION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8229394" y="2632373"/>
            <a:ext cx="3352716" cy="1352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The project shows how a simple Java console application can make weekly meal planning and grocery preparation faster, clearer, and easier to customize.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60743" y="1705967"/>
            <a:ext cx="12700" cy="4542433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11" name="Shape 9"/>
          <p:cNvSpPr/>
          <p:nvPr/>
        </p:nvSpPr>
        <p:spPr>
          <a:xfrm>
            <a:off x="7918252" y="1705967"/>
            <a:ext cx="12700" cy="4542433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12" name="Text 10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783" y="1057021"/>
            <a:ext cx="8508787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4400" spc="-53" kern="100" dirty="0">
                <a:solidFill>
                  <a:srgbClr val="FFFF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Plan smarter. Shop better.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85783" y="1856780"/>
            <a:ext cx="2127098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4" name="Text 2"/>
          <p:cNvSpPr/>
          <p:nvPr/>
        </p:nvSpPr>
        <p:spPr>
          <a:xfrm>
            <a:off x="685783" y="2112367"/>
            <a:ext cx="8508787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Thank you</a:t>
            </a:r>
            <a:endParaRPr lang="en-US" sz="18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783" y="3117056"/>
            <a:ext cx="283619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Weekly meal planning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25174" y="3117056"/>
            <a:ext cx="263310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Ingredient mapping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61469" y="3117056"/>
            <a:ext cx="263300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Automated grocery generation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15629" y="3117056"/>
            <a:ext cx="12700" cy="540941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9" name="Shape 7"/>
          <p:cNvSpPr/>
          <p:nvPr/>
        </p:nvSpPr>
        <p:spPr>
          <a:xfrm>
            <a:off x="6351925" y="3117056"/>
            <a:ext cx="12700" cy="540941"/>
          </a:xfrm>
          <a:prstGeom prst="rect">
            <a:avLst/>
          </a:prstGeom>
          <a:solidFill>
            <a:srgbClr val="3F3F3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2026-10-16T07:44:58Z</dcterms:created>
  <dcterms:modified xsi:type="dcterms:W3CDTF">2026-10-16T07:44:58Z</dcterms:modified>
</cp:coreProperties>
</file>